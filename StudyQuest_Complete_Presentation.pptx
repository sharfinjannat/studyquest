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61E9"/>
    <a:srgbClr val="B7B0D8"/>
    <a:srgbClr val="5B4E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043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3913" y="342933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StudyQuest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717288"/>
            <a:ext cx="8229600" cy="23863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22089" y="1532622"/>
            <a:ext cx="4713248" cy="457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12D23A-B5ED-4E70-9BF6-B66AFF185989}"/>
              </a:ext>
            </a:extLst>
          </p:cNvPr>
          <p:cNvSpPr txBox="1"/>
          <p:nvPr/>
        </p:nvSpPr>
        <p:spPr>
          <a:xfrm>
            <a:off x="1338148" y="2082963"/>
            <a:ext cx="6765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</a:t>
            </a:r>
            <a:r>
              <a:rPr lang="en-US" dirty="0">
                <a:latin typeface="Arial Narrow" panose="020B0606020202030204" pitchFamily="34" charset="0"/>
              </a:rPr>
              <a:t>A educational Website about University Question Bank</a:t>
            </a:r>
          </a:p>
          <a:p>
            <a:r>
              <a:rPr lang="en-US" dirty="0">
                <a:latin typeface="Arial Narrow" panose="020B0606020202030204" pitchFamily="34" charset="0"/>
              </a:rPr>
              <a:t>     Where Users  can browse ,collect, upload their Question Collection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7EA42-4B5B-4CCA-ABA9-C51FD94D9FD3}"/>
              </a:ext>
            </a:extLst>
          </p:cNvPr>
          <p:cNvSpPr txBox="1"/>
          <p:nvPr/>
        </p:nvSpPr>
        <p:spPr>
          <a:xfrm>
            <a:off x="457200" y="4431235"/>
            <a:ext cx="5159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 Sk. Sharfin Jannat &amp; </a:t>
            </a:r>
            <a:r>
              <a:rPr lang="en-US" dirty="0" err="1"/>
              <a:t>Samiya</a:t>
            </a:r>
            <a:r>
              <a:rPr lang="en-US" dirty="0"/>
              <a:t> </a:t>
            </a:r>
            <a:r>
              <a:rPr lang="en-US" dirty="0" err="1"/>
              <a:t>Anjuman</a:t>
            </a:r>
            <a:endParaRPr lang="en-US" dirty="0"/>
          </a:p>
          <a:p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-479503" y="-16681"/>
            <a:ext cx="475413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latin typeface="Arial Rounded MT Bold" panose="020F0704030504030204" pitchFamily="34" charset="0"/>
              </a:rPr>
              <a:t>Home Page</a:t>
            </a:r>
          </a:p>
        </p:txBody>
      </p:sp>
      <p:sp>
        <p:nvSpPr>
          <p:cNvPr id="6" name="Shape 4"/>
          <p:cNvSpPr/>
          <p:nvPr/>
        </p:nvSpPr>
        <p:spPr>
          <a:xfrm>
            <a:off x="274320" y="4389120"/>
            <a:ext cx="365760" cy="365760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4389120"/>
            <a:ext cx="365760" cy="365760"/>
          </a:xfrm>
          <a:prstGeom prst="ellipse">
            <a:avLst/>
          </a:prstGeom>
          <a:solidFill>
            <a:srgbClr val="3EBEAE"/>
          </a:solidFill>
          <a:ln/>
        </p:spPr>
      </p:sp>
      <p:sp>
        <p:nvSpPr>
          <p:cNvPr id="19" name="AutoShape 13" descr="blob:https://web.whatsapp.com/1e0cb19d-b1a8-458e-b09e-0f9b4e54a697">
            <a:extLst>
              <a:ext uri="{FF2B5EF4-FFF2-40B4-BE49-F238E27FC236}">
                <a16:creationId xmlns:a16="http://schemas.microsoft.com/office/drawing/2014/main" id="{B0C92DFD-4CD1-44AA-A9AD-E319929E3F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2657707" cy="265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115433C-258E-4B44-AA5E-9C5DC433F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590" y="3698934"/>
            <a:ext cx="5090565" cy="14234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BCC4233-FF74-448C-B730-A6B6F53D1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590" y="1786482"/>
            <a:ext cx="5076238" cy="203883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7F4DD1F-DF54-4A46-8ED9-157BC25F8E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590" y="54286"/>
            <a:ext cx="5076237" cy="17321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4A02057-1CBD-4C0B-94C2-9B86686A4E2E}"/>
              </a:ext>
            </a:extLst>
          </p:cNvPr>
          <p:cNvSpPr txBox="1"/>
          <p:nvPr/>
        </p:nvSpPr>
        <p:spPr>
          <a:xfrm>
            <a:off x="74172" y="1157432"/>
            <a:ext cx="39050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ook Antiqua" panose="02040602050305030304" pitchFamily="18" charset="0"/>
              </a:rPr>
              <a:t>Features-</a:t>
            </a:r>
          </a:p>
          <a:p>
            <a:r>
              <a:rPr lang="en-US" sz="2000" dirty="0">
                <a:latin typeface="Berlin Sans FB" panose="020E0602020502020306" pitchFamily="34" charset="0"/>
              </a:rPr>
              <a:t>- Explore department section</a:t>
            </a:r>
          </a:p>
          <a:p>
            <a:r>
              <a:rPr lang="en-US" sz="2000" dirty="0">
                <a:latin typeface="Berlin Sans FB" panose="020E0602020502020306" pitchFamily="34" charset="0"/>
              </a:rPr>
              <a:t>- Bookmarks</a:t>
            </a:r>
          </a:p>
          <a:p>
            <a:r>
              <a:rPr lang="en-US" sz="2000" dirty="0">
                <a:latin typeface="Berlin Sans FB" panose="020E0602020502020306" pitchFamily="34" charset="0"/>
              </a:rPr>
              <a:t>- Admin Panel</a:t>
            </a:r>
          </a:p>
          <a:p>
            <a:r>
              <a:rPr lang="en-US" sz="2000" dirty="0">
                <a:latin typeface="Berlin Sans FB" panose="020E0602020502020306" pitchFamily="34" charset="0"/>
              </a:rPr>
              <a:t>- Upload Papers</a:t>
            </a:r>
          </a:p>
          <a:p>
            <a:r>
              <a:rPr lang="en-US" sz="2000" dirty="0">
                <a:latin typeface="Berlin Sans FB" panose="020E0602020502020306" pitchFamily="34" charset="0"/>
              </a:rPr>
              <a:t>- Log in / Log Out / Registration</a:t>
            </a:r>
          </a:p>
          <a:p>
            <a:r>
              <a:rPr lang="en-US" sz="2000" dirty="0">
                <a:latin typeface="Berlin Sans FB" panose="020E0602020502020306" pitchFamily="34" charset="0"/>
              </a:rPr>
              <a:t>- Feedback</a:t>
            </a:r>
          </a:p>
          <a:p>
            <a:pPr marL="342900" indent="-342900">
              <a:buFontTx/>
              <a:buChar char="-"/>
            </a:pPr>
            <a:endParaRPr lang="en-US" sz="2000" dirty="0">
              <a:latin typeface="Berlin Sans FB" panose="020E0602020502020306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3"/>
          <p:cNvSpPr/>
          <p:nvPr/>
        </p:nvSpPr>
        <p:spPr>
          <a:xfrm>
            <a:off x="73152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15B9F6-277B-4519-97A0-091A43D4501C}"/>
              </a:ext>
            </a:extLst>
          </p:cNvPr>
          <p:cNvSpPr txBox="1"/>
          <p:nvPr/>
        </p:nvSpPr>
        <p:spPr>
          <a:xfrm>
            <a:off x="4114800" y="2115014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578C12-1BAB-4335-8997-9630E9615C39}"/>
              </a:ext>
            </a:extLst>
          </p:cNvPr>
          <p:cNvSpPr txBox="1"/>
          <p:nvPr/>
        </p:nvSpPr>
        <p:spPr>
          <a:xfrm>
            <a:off x="118946" y="289932"/>
            <a:ext cx="4289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 Rounded MT Bold" panose="020F0704030504030204" pitchFamily="34" charset="0"/>
              </a:rPr>
              <a:t>Admin Panel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2AA91F8-31BA-4CF7-AFA7-A50F3DD55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949" y="1227598"/>
            <a:ext cx="6160670" cy="323566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3C14874-DDC5-483E-A724-6771E7C1415C}"/>
              </a:ext>
            </a:extLst>
          </p:cNvPr>
          <p:cNvSpPr txBox="1"/>
          <p:nvPr/>
        </p:nvSpPr>
        <p:spPr>
          <a:xfrm>
            <a:off x="126381" y="1556087"/>
            <a:ext cx="27506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Featured With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Bahnschrift" panose="020B0502040204020203" pitchFamily="34" charset="0"/>
              </a:rPr>
              <a:t>Managing Department</a:t>
            </a:r>
          </a:p>
          <a:p>
            <a:r>
              <a:rPr lang="en-US" dirty="0">
                <a:latin typeface="Bahnschrift" panose="020B0502040204020203" pitchFamily="34" charset="0"/>
              </a:rPr>
              <a:t>      Semester</a:t>
            </a:r>
          </a:p>
          <a:p>
            <a:r>
              <a:rPr lang="en-US" dirty="0">
                <a:latin typeface="Bahnschrift" panose="020B0502040204020203" pitchFamily="34" charset="0"/>
              </a:rPr>
              <a:t>      Course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Bahnschrift" panose="020B0502040204020203" pitchFamily="34" charset="0"/>
              </a:rPr>
              <a:t>Approval </a:t>
            </a:r>
          </a:p>
          <a:p>
            <a:r>
              <a:rPr lang="en-US" dirty="0">
                <a:latin typeface="Bahnschrift" panose="020B0502040204020203" pitchFamily="34" charset="0"/>
              </a:rPr>
              <a:t>           &amp;</a:t>
            </a:r>
          </a:p>
          <a:p>
            <a:r>
              <a:rPr lang="en-US" dirty="0">
                <a:latin typeface="Bahnschrift" panose="020B0502040204020203" pitchFamily="34" charset="0"/>
              </a:rPr>
              <a:t>    Uploaded Papers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latin typeface="Arial Rounded MT Bold" panose="020F0704030504030204" pitchFamily="34" charset="0"/>
                <a:ea typeface="Arial Black" pitchFamily="34" charset="-122"/>
                <a:cs typeface="Arial Black" pitchFamily="34" charset="-120"/>
              </a:rPr>
              <a:t>Student User Journey</a:t>
            </a:r>
            <a:endParaRPr lang="en-US" sz="4000" dirty="0">
              <a:latin typeface="Arial Rounded MT Bold" panose="020F07040305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45920" y="137160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463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Department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7830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CSE, BBA, or ICT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645920" y="237744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468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Semester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2788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your current semester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3832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645920" y="338328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3474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Course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37947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course you need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Paper Types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303520" y="1920240"/>
            <a:ext cx="3383280" cy="457200"/>
          </a:xfrm>
          <a:prstGeom prst="roundRect">
            <a:avLst>
              <a:gd name="adj" fmla="val 16000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📝  Semester Final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0" y="2514600"/>
            <a:ext cx="3383280" cy="457200"/>
          </a:xfrm>
          <a:prstGeom prst="roundRect">
            <a:avLst>
              <a:gd name="adj" fmla="val 16000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2514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📋  CT Paper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03520" y="3108960"/>
            <a:ext cx="3383280" cy="457200"/>
          </a:xfrm>
          <a:prstGeom prst="roundRect">
            <a:avLst>
              <a:gd name="adj" fmla="val 16000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🔬  Lab Paper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03520" y="3703320"/>
            <a:ext cx="3383280" cy="457200"/>
          </a:xfrm>
          <a:prstGeom prst="roundRect">
            <a:avLst>
              <a:gd name="adj" fmla="val 16000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☁️  Upload Collection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latin typeface="Arial Rounded MT Bold" panose="020F0704030504030204" pitchFamily="34" charset="0"/>
                <a:ea typeface="Arial Black" pitchFamily="34" charset="-122"/>
                <a:cs typeface="Arial Black" pitchFamily="34" charset="-120"/>
              </a:rPr>
              <a:t>Course Management</a:t>
            </a:r>
            <a:endParaRPr lang="en-US" sz="4000" dirty="0">
              <a:latin typeface="Arial Rounded MT Bold" panose="020F07040305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1856232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courses with codes and names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267712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courses to departments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679192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by semester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090672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course status (Active/Inactive)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502152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29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delete functionality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0" y="1280160"/>
            <a:ext cx="411480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9496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Management Interface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3749040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1488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21488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Name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1488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21488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1101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Prog...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514600"/>
            <a:ext cx="457200" cy="2286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2514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2880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1104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880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Ethics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2880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89520" y="2880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55280" y="2880360"/>
            <a:ext cx="457200" cy="2286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0" y="2880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latin typeface="Arial Rounded MT Bold" panose="020F0704030504030204" pitchFamily="34" charset="0"/>
                <a:ea typeface="Arial Black" pitchFamily="34" charset="-122"/>
                <a:cs typeface="Arial Black" pitchFamily="34" charset="-120"/>
              </a:rPr>
              <a:t>Content Approval System</a:t>
            </a:r>
            <a:endParaRPr lang="en-US" sz="4000" dirty="0">
              <a:latin typeface="Arial Rounded MT Bold" panose="020F07040305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Approval Workflow</a:t>
            </a:r>
            <a:endParaRPr lang="en-US" sz="2200" dirty="0">
              <a:latin typeface="Bahnschrift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019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Student uploads question paper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8952" y="2304288"/>
            <a:ext cx="36576" cy="16459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542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Admin receives notification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58952" y="2944368"/>
            <a:ext cx="36576" cy="16459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182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Admin reviews content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8952" y="3584448"/>
            <a:ext cx="36576" cy="16459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8221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Approve or reject submission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Quality Benefits</a:t>
            </a:r>
            <a:endParaRPr lang="en-US" sz="2200" dirty="0">
              <a:latin typeface="Bahnschrift" panose="020B0502040204020203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29200" y="182880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7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5212080" y="192024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19202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1901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academic integrity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0" y="237744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7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5212080" y="246888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2468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24505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content relevance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0" y="292608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7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5212080" y="30175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3017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29992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uploads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029200" y="347472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7FAFC"/>
          </a:solidFill>
          <a:ln/>
        </p:spPr>
      </p:sp>
      <p:sp>
        <p:nvSpPr>
          <p:cNvPr id="33" name="Shape 31"/>
          <p:cNvSpPr/>
          <p:nvPr/>
        </p:nvSpPr>
        <p:spPr>
          <a:xfrm>
            <a:off x="5212080" y="356616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3566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32120" y="3547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in platform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21CEF6-2E22-49ED-96D3-353AD459145F}"/>
              </a:ext>
            </a:extLst>
          </p:cNvPr>
          <p:cNvSpPr txBox="1"/>
          <p:nvPr/>
        </p:nvSpPr>
        <p:spPr>
          <a:xfrm>
            <a:off x="587298" y="483220"/>
            <a:ext cx="44827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Rounded MT Bold" panose="020F0704030504030204" pitchFamily="34" charset="0"/>
              </a:rPr>
              <a:t>Question Papers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4458DD-EE32-4D59-886F-6B5BB5E83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665" y="1576038"/>
            <a:ext cx="5338521" cy="26568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45EA73-9E57-4869-8546-1DA17340C99F}"/>
              </a:ext>
            </a:extLst>
          </p:cNvPr>
          <p:cNvSpPr txBox="1"/>
          <p:nvPr/>
        </p:nvSpPr>
        <p:spPr>
          <a:xfrm>
            <a:off x="223024" y="1672682"/>
            <a:ext cx="34486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Contains options like-</a:t>
            </a:r>
          </a:p>
          <a:p>
            <a:r>
              <a:rPr lang="en-US" sz="2400" dirty="0">
                <a:latin typeface="Bahnschrift" panose="020B0502040204020203" pitchFamily="34" charset="0"/>
              </a:rPr>
              <a:t>- View Paper</a:t>
            </a:r>
          </a:p>
          <a:p>
            <a:r>
              <a:rPr lang="en-US" sz="2400" dirty="0">
                <a:latin typeface="Bahnschrift" panose="020B0502040204020203" pitchFamily="34" charset="0"/>
              </a:rPr>
              <a:t>- Download Paper</a:t>
            </a:r>
          </a:p>
          <a:p>
            <a:r>
              <a:rPr lang="en-US" sz="2400" dirty="0">
                <a:latin typeface="Bahnschrift" panose="020B0502040204020203" pitchFamily="34" charset="0"/>
              </a:rPr>
              <a:t>- Bookmark paper</a:t>
            </a:r>
          </a:p>
        </p:txBody>
      </p:sp>
    </p:spTree>
    <p:extLst>
      <p:ext uri="{BB962C8B-B14F-4D97-AF65-F5344CB8AC3E}">
        <p14:creationId xmlns:p14="http://schemas.microsoft.com/office/powerpoint/2010/main" val="3536478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A29C08-7AB1-4438-A57F-DEED54B591FB}"/>
              </a:ext>
            </a:extLst>
          </p:cNvPr>
          <p:cNvSpPr txBox="1"/>
          <p:nvPr/>
        </p:nvSpPr>
        <p:spPr>
          <a:xfrm>
            <a:off x="1048215" y="646771"/>
            <a:ext cx="76571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3600" b="1" dirty="0">
                <a:latin typeface="Arial Rounded MT Bold" panose="020F0704030504030204" pitchFamily="34" charset="0"/>
              </a:rPr>
              <a:t>Future Updates &amp; Maintenance</a:t>
            </a:r>
          </a:p>
          <a:p>
            <a:endParaRPr lang="en-US" sz="3600" b="1" dirty="0">
              <a:latin typeface="Arial Rounded MT Bold" panose="020F0704030504030204" pitchFamily="34" charset="0"/>
            </a:endParaRPr>
          </a:p>
          <a:p>
            <a:r>
              <a:rPr lang="en-US" sz="3600" b="1" dirty="0">
                <a:latin typeface="Arial Rounded MT Bold" panose="020F0704030504030204" pitchFamily="34" charset="0"/>
              </a:rPr>
              <a:t>-</a:t>
            </a:r>
            <a:r>
              <a:rPr lang="en-US" sz="2400" b="1" dirty="0">
                <a:latin typeface="Bahnschrift" panose="020B0502040204020203" pitchFamily="34" charset="0"/>
              </a:rPr>
              <a:t>Provide a dashboard Option</a:t>
            </a:r>
          </a:p>
          <a:p>
            <a:r>
              <a:rPr lang="en-US" sz="2400" b="1" dirty="0">
                <a:latin typeface="Bahnschrift" panose="020B0502040204020203" pitchFamily="34" charset="0"/>
              </a:rPr>
              <a:t>-Contributor Recognition</a:t>
            </a:r>
          </a:p>
          <a:p>
            <a:r>
              <a:rPr lang="en-US" sz="2400" b="1" dirty="0">
                <a:latin typeface="Bahnschrift" panose="020B0502040204020203" pitchFamily="34" charset="0"/>
              </a:rPr>
              <a:t>-Recommendation</a:t>
            </a:r>
          </a:p>
          <a:p>
            <a:r>
              <a:rPr lang="en-US" sz="2400" b="1" dirty="0">
                <a:latin typeface="Bahnschrift" panose="020B0502040204020203" pitchFamily="34" charset="0"/>
              </a:rPr>
              <a:t>-Build The website with a huge questions collections</a:t>
            </a:r>
          </a:p>
        </p:txBody>
      </p:sp>
    </p:spTree>
    <p:extLst>
      <p:ext uri="{BB962C8B-B14F-4D97-AF65-F5344CB8AC3E}">
        <p14:creationId xmlns:p14="http://schemas.microsoft.com/office/powerpoint/2010/main" val="1185638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260</Words>
  <Application>Microsoft Office PowerPoint</Application>
  <PresentationFormat>On-screen Show (16:9)</PresentationFormat>
  <Paragraphs>95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Arial Black</vt:lpstr>
      <vt:lpstr>Arial Narrow</vt:lpstr>
      <vt:lpstr>Arial Rounded MT Bold</vt:lpstr>
      <vt:lpstr>Bahnschrift</vt:lpstr>
      <vt:lpstr>Berlin Sans FB</vt:lpstr>
      <vt:lpstr>Book Antiqua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StudyQuest Platform Overview</dc:title>
  <dc:subject>PptxGenJS Presentation</dc:subject>
  <dc:creator>StudyQuest</dc:creator>
  <cp:lastModifiedBy>HP</cp:lastModifiedBy>
  <cp:revision>12</cp:revision>
  <dcterms:created xsi:type="dcterms:W3CDTF">2026-02-01T18:02:26Z</dcterms:created>
  <dcterms:modified xsi:type="dcterms:W3CDTF">2026-02-02T04:47:44Z</dcterms:modified>
</cp:coreProperties>
</file>